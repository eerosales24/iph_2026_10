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372" r:id="rId3"/>
    <p:sldId id="374" r:id="rId4"/>
    <p:sldId id="375" r:id="rId5"/>
    <p:sldId id="377" r:id="rId6"/>
    <p:sldId id="413" r:id="rId7"/>
    <p:sldId id="412" r:id="rId8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513"/>
    <a:srgbClr val="A8173C"/>
    <a:srgbClr val="CB9413"/>
    <a:srgbClr val="177C8A"/>
    <a:srgbClr val="F25A1C"/>
    <a:srgbClr val="8865E8"/>
    <a:srgbClr val="3AC315"/>
    <a:srgbClr val="1777A4"/>
    <a:srgbClr val="A59E17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/>
    <p:restoredTop sz="96291"/>
  </p:normalViewPr>
  <p:slideViewPr>
    <p:cSldViewPr snapToGrid="0">
      <p:cViewPr>
        <p:scale>
          <a:sx n="125" d="100"/>
          <a:sy n="125" d="100"/>
        </p:scale>
        <p:origin x="1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C9CC2-B020-1A44-B3D1-E1D5B83DF7CC}" type="datetimeFigureOut">
              <a:rPr lang="es-ES_tradnl" smtClean="0"/>
              <a:t>19/1/26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74A3-22B7-104B-99E8-E605C6207C4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382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2BB25-610B-944F-8070-0D0B6FAD9FE2}" type="slidenum">
              <a:rPr lang="es-CO" altLang="en-CO"/>
              <a:pPr/>
              <a:t>6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309854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2BB25-610B-944F-8070-0D0B6FAD9FE2}" type="slidenum">
              <a:rPr lang="es-CO" altLang="en-CO"/>
              <a:pPr/>
              <a:t>7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14960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41BB6-0469-785D-8DB2-F2DE4C8F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650875"/>
            <a:ext cx="12192000" cy="6207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1698A-8B6F-CF31-660F-7BB6233D6F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1186160" cy="48768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 b="1">
                <a:latin typeface="+mn-lt"/>
              </a:defRPr>
            </a:lvl1pPr>
          </a:lstStyle>
          <a:p>
            <a:pPr lvl="0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8864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C9EA7D-AF04-6A94-9D4C-4E1B3D34EA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00" y="1196752"/>
            <a:ext cx="10800000" cy="1325563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latin typeface="+mn-lt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s-ES_tradnl" dirty="0"/>
          </a:p>
        </p:txBody>
      </p:sp>
      <p:sp>
        <p:nvSpPr>
          <p:cNvPr id="15" name="Title 12">
            <a:extLst>
              <a:ext uri="{FF2B5EF4-FFF2-40B4-BE49-F238E27FC236}">
                <a16:creationId xmlns:a16="http://schemas.microsoft.com/office/drawing/2014/main" id="{F291EDEE-9B77-5904-CDDE-F7CF6A1F649F}"/>
              </a:ext>
            </a:extLst>
          </p:cNvPr>
          <p:cNvSpPr txBox="1">
            <a:spLocks/>
          </p:cNvSpPr>
          <p:nvPr userDrawn="1"/>
        </p:nvSpPr>
        <p:spPr>
          <a:xfrm>
            <a:off x="623392" y="4591098"/>
            <a:ext cx="10800000" cy="1325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s-ES_tradnl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A316B-5413-1CD1-3745-4F1EDC07E355}"/>
              </a:ext>
            </a:extLst>
          </p:cNvPr>
          <p:cNvSpPr txBox="1"/>
          <p:nvPr userDrawn="1"/>
        </p:nvSpPr>
        <p:spPr>
          <a:xfrm>
            <a:off x="696600" y="5179839"/>
            <a:ext cx="10800000" cy="7694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Departamento de Ingeniería de Sistemas y Computación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Universidad de los Andes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A2C2B5B-C5E9-975E-EA02-AB9B1D7A57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401" y="2636838"/>
            <a:ext cx="10800000" cy="863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ES_tradnl" dirty="0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4F98D92C-CBE6-BF17-0C71-20FD539907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600" y="3717528"/>
            <a:ext cx="10800000" cy="863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Profesor</a:t>
            </a:r>
            <a:br>
              <a:rPr lang="en-US" dirty="0"/>
            </a:br>
            <a:r>
              <a:rPr lang="en-US" dirty="0" err="1"/>
              <a:t>usuario@uniandes.edu.co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5875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E2099399-8B33-F8E1-8F43-20F0CD1E15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836712"/>
            <a:ext cx="12157764" cy="6021288"/>
          </a:xfrm>
          <a:prstGeom prst="rect">
            <a:avLst/>
          </a:prstGeom>
        </p:spPr>
        <p:txBody>
          <a:bodyPr/>
          <a:lstStyle>
            <a:lvl1pPr marL="342900" indent="-342900">
              <a:buSzPct val="95000"/>
              <a:buFont typeface="System Font Regular"/>
              <a:buChar char="►"/>
              <a:defRPr sz="2000">
                <a:latin typeface="+mn-lt"/>
              </a:defRPr>
            </a:lvl1pPr>
            <a:lvl2pPr marL="742950" indent="-285750">
              <a:buSzPct val="70000"/>
              <a:buFont typeface="System Font Regular"/>
              <a:buChar char="◼"/>
              <a:defRPr sz="2000">
                <a:latin typeface="+mn-lt"/>
              </a:defRPr>
            </a:lvl2pPr>
            <a:lvl3pPr marL="1143000" indent="-228600">
              <a:buFont typeface="System Font Regular"/>
              <a:buChar char="●"/>
              <a:defRPr sz="2000">
                <a:latin typeface="+mn-lt"/>
              </a:defRPr>
            </a:lvl3pPr>
            <a:lvl4pPr marL="1600200" indent="-228600">
              <a:buSzPct val="90000"/>
              <a:buFont typeface="System Font Regular"/>
              <a:buChar char="○"/>
              <a:defRPr sz="2000">
                <a:latin typeface="+mn-lt"/>
              </a:defRPr>
            </a:lvl4pPr>
            <a:lvl5pPr marL="2057400" indent="-228600">
              <a:buSzPct val="90000"/>
              <a:buFont typeface="System Font Regular"/>
              <a:buChar char="-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0C847A-5B13-8D47-5FE9-AB43296EA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5389FE-320D-5D43-A537-4A817324FFB0}" type="slidenum">
              <a:rPr lang="es-CO" altLang="en-CO"/>
              <a:pPr/>
              <a:t>‹#›</a:t>
            </a:fld>
            <a:endParaRPr lang="es-CO" altLang="en-CO"/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E0F810B3-26A4-E8B9-0B58-0A5C03531D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7449" y="71414"/>
            <a:ext cx="10969302" cy="571504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latin typeface="+mj-lt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625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8FEFE2-5C8F-E424-E881-CE85216F9183}"/>
              </a:ext>
            </a:extLst>
          </p:cNvPr>
          <p:cNvSpPr/>
          <p:nvPr userDrawn="1"/>
        </p:nvSpPr>
        <p:spPr>
          <a:xfrm>
            <a:off x="-692" y="-2102"/>
            <a:ext cx="843972" cy="670560"/>
          </a:xfrm>
          <a:prstGeom prst="rect">
            <a:avLst/>
          </a:prstGeom>
          <a:solidFill>
            <a:srgbClr val="FFD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013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7B5D97-3B10-C840-FCD2-304F5F854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0128" y="32695"/>
            <a:ext cx="540000" cy="5566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4999E0-8ECC-83E3-87DC-A25DFF20B698}"/>
              </a:ext>
            </a:extLst>
          </p:cNvPr>
          <p:cNvSpPr/>
          <p:nvPr userDrawn="1"/>
        </p:nvSpPr>
        <p:spPr>
          <a:xfrm>
            <a:off x="929301" y="0"/>
            <a:ext cx="11262699" cy="670560"/>
          </a:xfrm>
          <a:prstGeom prst="rect">
            <a:avLst/>
          </a:prstGeom>
          <a:solidFill>
            <a:srgbClr val="FFD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013" noProof="0"/>
          </a:p>
        </p:txBody>
      </p:sp>
      <p:sp>
        <p:nvSpPr>
          <p:cNvPr id="10" name="5 Marcador de número de diapositiva" descr="&lt;No.&gt;">
            <a:extLst>
              <a:ext uri="{FF2B5EF4-FFF2-40B4-BE49-F238E27FC236}">
                <a16:creationId xmlns:a16="http://schemas.microsoft.com/office/drawing/2014/main" id="{824D0133-2B4B-3909-03E6-0A1A7F8D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1" y="6567344"/>
            <a:ext cx="457200" cy="2906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fld id="{A55E392F-5B4E-794E-AFEC-11A3290B6E95}" type="slidenum">
              <a:rPr lang="es-CO" altLang="en-CO" smtClean="0"/>
              <a:pPr/>
              <a:t>‹#›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19931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ee.rosales24@uniandes.edu.co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45C7-CF18-F590-DDEC-3B61372F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975693"/>
            <a:ext cx="12192000" cy="1325563"/>
          </a:xfrm>
        </p:spPr>
        <p:txBody>
          <a:bodyPr>
            <a:noAutofit/>
          </a:bodyPr>
          <a:lstStyle/>
          <a:p>
            <a:r>
              <a:rPr lang="es-ES_tradnl" sz="4000" b="0" dirty="0"/>
              <a:t>Introducción a la Programación Honores - </a:t>
            </a:r>
            <a:br>
              <a:rPr lang="es-ES_tradnl" sz="4000" dirty="0"/>
            </a:br>
            <a:r>
              <a:rPr lang="es-ES_tradnl" sz="4000" dirty="0"/>
              <a:t>IP Honores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EBBC5-1EA9-092A-5A97-77A00DB8EB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2916958"/>
            <a:ext cx="12192000" cy="719832"/>
          </a:xfrm>
        </p:spPr>
        <p:txBody>
          <a:bodyPr/>
          <a:lstStyle/>
          <a:p>
            <a:r>
              <a:rPr lang="es-ES_tradnl" dirty="0"/>
              <a:t>Introducción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6EBF8-A6AF-CC81-1ED5-1E2D11502D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948475"/>
            <a:ext cx="12192000" cy="863600"/>
          </a:xfrm>
        </p:spPr>
        <p:txBody>
          <a:bodyPr/>
          <a:lstStyle/>
          <a:p>
            <a:r>
              <a:rPr lang="es-ES_tradnl" b="1" dirty="0"/>
              <a:t>Eduardo Rosales</a:t>
            </a:r>
            <a:br>
              <a:rPr lang="es-ES_tradnl" dirty="0"/>
            </a:br>
            <a:r>
              <a:rPr lang="es-ES_tradnl" dirty="0">
                <a:hlinkClick r:id="rId2"/>
              </a:rPr>
              <a:t>ee.rosales24@uniandes.edu.co </a:t>
            </a:r>
            <a:endParaRPr lang="es-ES_trad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F6F34-0E95-A13E-DDEE-BD43240FE3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46" t="5288" r="8497" b="9346"/>
          <a:stretch/>
        </p:blipFill>
        <p:spPr>
          <a:xfrm>
            <a:off x="5829300" y="2203450"/>
            <a:ext cx="346075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5FECA4-D4D8-1AA5-8230-4E5666482C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r>
              <a:rPr lang="es-ES_tradnl" sz="1900" b="1" dirty="0"/>
              <a:t>Preséntese (</a:t>
            </a:r>
            <a:r>
              <a:rPr lang="es-ES_tradnl" sz="1900" dirty="0"/>
              <a:t>⋍</a:t>
            </a:r>
            <a:r>
              <a:rPr lang="es-ES_tradnl" sz="1900" b="1" dirty="0"/>
              <a:t> 30 </a:t>
            </a:r>
            <a:r>
              <a:rPr lang="es-ES_tradnl" sz="1900" b="1" dirty="0" err="1"/>
              <a:t>segs</a:t>
            </a:r>
            <a:r>
              <a:rPr lang="es-ES_tradnl" sz="1900" b="1" dirty="0"/>
              <a:t>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Nombre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Carrera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Semestre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Experiencia → Programación</a:t>
            </a:r>
          </a:p>
          <a:p>
            <a:pPr marL="457200" lvl="1" indent="0">
              <a:buNone/>
            </a:pPr>
            <a:endParaRPr lang="es-ES_tradnl" sz="1900" dirty="0"/>
          </a:p>
          <a:p>
            <a:pPr marL="457200" lvl="1" indent="0">
              <a:buNone/>
            </a:pPr>
            <a:endParaRPr lang="es-ES_tradnl" sz="1900" dirty="0"/>
          </a:p>
          <a:p>
            <a:pPr marL="1371600" lvl="3" indent="0">
              <a:buNone/>
            </a:pPr>
            <a:endParaRPr lang="es-ES_tradnl" sz="1900" b="1" dirty="0">
              <a:solidFill>
                <a:srgbClr val="FF0000"/>
              </a:solidFill>
            </a:endParaRPr>
          </a:p>
          <a:p>
            <a:pPr lvl="3">
              <a:buFont typeface="Arial" panose="020B0604020202020204" pitchFamily="34" charset="0"/>
              <a:buChar char="•"/>
            </a:pPr>
            <a:endParaRPr lang="es-ES_tradnl" sz="1900" b="1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es-ES_tradnl" sz="19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50334-D7C2-0DB9-47E5-6FD8A6E59B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_tradnl" sz="2800" dirty="0">
                <a:latin typeface="+mn-lt"/>
                <a:ea typeface="+mn-ea"/>
                <a:cs typeface="+mn-cs"/>
              </a:rPr>
              <a:t>Conozca a sus Compañeros</a:t>
            </a:r>
            <a:endParaRPr lang="es-ES_trad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79C36-D123-E2CA-404F-7CAB65125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760" y="760614"/>
            <a:ext cx="2668386" cy="26683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DCFBC-B86D-1D30-5D9C-B9E1ADA08D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2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212658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B43F6-404C-5680-F0EC-F54F1E037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Eduardo Rosales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Profesor Asistente → DISC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Coordinador </a:t>
            </a:r>
            <a:r>
              <a:rPr lang="es-ES_tradnl" sz="1900" dirty="0"/>
              <a:t>→</a:t>
            </a:r>
            <a:r>
              <a:rPr lang="es-ES_tradnl" sz="1900" b="1" dirty="0"/>
              <a:t> IP e IPH</a:t>
            </a:r>
            <a:endParaRPr lang="es-ES_tradnl" sz="1900" b="1" dirty="0">
              <a:ea typeface="Calibri"/>
              <a:cs typeface="Calibri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Fundador → </a:t>
            </a:r>
            <a:r>
              <a:rPr lang="es-ES_tradnl" sz="1900" i="1" dirty="0" err="1"/>
              <a:t>CupiTaller</a:t>
            </a:r>
            <a:endParaRPr lang="es-ES_tradnl" sz="1900" i="1" dirty="0"/>
          </a:p>
          <a:p>
            <a:pPr marL="914400" lvl="2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Doctorado y Postdoctorado</a:t>
            </a:r>
            <a:endParaRPr lang="es-ES_tradnl" sz="1900" b="1" dirty="0">
              <a:ea typeface="Calibri"/>
              <a:cs typeface="Calibri"/>
            </a:endParaRPr>
          </a:p>
          <a:p>
            <a:pPr lvl="2"/>
            <a:r>
              <a:rPr lang="es-ES_tradnl" sz="1900" dirty="0" err="1"/>
              <a:t>University</a:t>
            </a:r>
            <a:r>
              <a:rPr lang="es-ES_tradnl" sz="1900" dirty="0"/>
              <a:t> </a:t>
            </a:r>
            <a:r>
              <a:rPr lang="es-ES_tradnl" sz="1900" dirty="0" err="1"/>
              <a:t>of</a:t>
            </a:r>
            <a:r>
              <a:rPr lang="es-ES_tradnl" sz="1900" dirty="0"/>
              <a:t> Lugano (Suiza)</a:t>
            </a:r>
          </a:p>
          <a:p>
            <a:pPr lvl="3"/>
            <a:r>
              <a:rPr lang="es-ES_tradnl" sz="1900" dirty="0"/>
              <a:t>Oracle (Suiza)</a:t>
            </a:r>
          </a:p>
          <a:p>
            <a:pPr marL="1371600" lvl="3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Consultoría</a:t>
            </a:r>
          </a:p>
          <a:p>
            <a:pPr lvl="2"/>
            <a:r>
              <a:rPr lang="es-ES_tradnl" sz="1900" dirty="0"/>
              <a:t>Colpensiones, SENA, ICBF, IDEAM, …</a:t>
            </a:r>
          </a:p>
          <a:p>
            <a:pPr marL="1371600" lvl="3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Colaboraciones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NASA (USA), SETI (USA), MinTIC, …</a:t>
            </a:r>
          </a:p>
          <a:p>
            <a:pPr marL="914400" lvl="2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Investigación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00" b="1" dirty="0"/>
              <a:t>Software Engineering</a:t>
            </a:r>
            <a:r>
              <a:rPr lang="en-US" sz="1900" dirty="0"/>
              <a:t>, </a:t>
            </a:r>
            <a:r>
              <a:rPr lang="en-US" sz="1900" b="1" dirty="0"/>
              <a:t>Artificial Intelligence</a:t>
            </a:r>
          </a:p>
          <a:p>
            <a:pPr lvl="3"/>
            <a:r>
              <a:rPr lang="es-ES_tradnl" sz="1900" b="1" dirty="0" err="1">
                <a:solidFill>
                  <a:schemeClr val="accent1">
                    <a:lumMod val="75000"/>
                  </a:schemeClr>
                </a:solidFill>
              </a:rPr>
              <a:t>Cup</a:t>
            </a:r>
            <a:r>
              <a:rPr lang="es-ES_tradnl" sz="1900" b="1" dirty="0" err="1">
                <a:solidFill>
                  <a:srgbClr val="FF0000"/>
                </a:solidFill>
              </a:rPr>
              <a:t>I</a:t>
            </a:r>
            <a:r>
              <a:rPr lang="es-ES_tradnl" sz="1900" b="1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s-ES_tradnl" sz="19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endParaRPr lang="es-ES_tradnl" sz="1900" dirty="0">
              <a:solidFill>
                <a:srgbClr val="FFC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3B889-4BA4-8946-A269-DBBE62B54F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El Profe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6F726-5A91-611E-F791-A4E53CA494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3</a:t>
            </a:fld>
            <a:endParaRPr lang="es-CO" altLang="en-CO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908FB2-7296-C99E-96B8-5A50F0213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94" t="21684" r="16321" b="15571"/>
          <a:stretch/>
        </p:blipFill>
        <p:spPr>
          <a:xfrm>
            <a:off x="8077301" y="766483"/>
            <a:ext cx="3886100" cy="2662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73F6D1-F55B-854C-D94B-F9647E37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774" y="3489992"/>
            <a:ext cx="3263153" cy="322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1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E4D34-9D0D-CD0B-361E-EB26B48832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r>
              <a:rPr lang="es-ES_tradnl" sz="1900" b="1" dirty="0"/>
              <a:t>Eduardo Rosales</a:t>
            </a:r>
          </a:p>
          <a:p>
            <a:pPr lvl="1"/>
            <a:r>
              <a:rPr lang="en-US" sz="1900" b="1" dirty="0"/>
              <a:t>CERN</a:t>
            </a:r>
            <a:r>
              <a:rPr lang="en-US" sz="1900" dirty="0"/>
              <a:t>: </a:t>
            </a:r>
          </a:p>
          <a:p>
            <a:pPr lvl="2"/>
            <a:r>
              <a:rPr lang="en-US" sz="1800" dirty="0"/>
              <a:t>European Organization for Nuclear Research</a:t>
            </a:r>
          </a:p>
          <a:p>
            <a:pPr lvl="1"/>
            <a:r>
              <a:rPr lang="en-US" sz="1900" dirty="0"/>
              <a:t>CMS - </a:t>
            </a:r>
            <a:r>
              <a:rPr lang="en-US" sz="1900" b="1" dirty="0"/>
              <a:t>DQM (Software) Engineer</a:t>
            </a:r>
            <a:endParaRPr lang="en-US" sz="1900" b="1" dirty="0">
              <a:ea typeface="Calibri"/>
              <a:cs typeface="Calibri"/>
            </a:endParaRPr>
          </a:p>
          <a:p>
            <a:pPr lvl="1"/>
            <a:endParaRPr lang="en-US" sz="1900" i="1" dirty="0"/>
          </a:p>
          <a:p>
            <a:pPr marL="914400" lvl="2" indent="0">
              <a:buNone/>
            </a:pPr>
            <a:endParaRPr lang="en-US" sz="1900" dirty="0"/>
          </a:p>
          <a:p>
            <a:pPr marL="914400" lvl="2" indent="0">
              <a:buNone/>
            </a:pPr>
            <a:endParaRPr lang="en-US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Miembro → Colaboración Internacional</a:t>
            </a:r>
          </a:p>
          <a:p>
            <a:pPr lvl="2"/>
            <a:r>
              <a:rPr lang="es-ES_tradnl" sz="1900" dirty="0"/>
              <a:t>2011 – 2013:</a:t>
            </a:r>
          </a:p>
          <a:p>
            <a:pPr lvl="3"/>
            <a:r>
              <a:rPr lang="es-ES_tradnl" sz="1900" dirty="0"/>
              <a:t>~10.000 personas</a:t>
            </a:r>
          </a:p>
          <a:p>
            <a:pPr marL="914400" lvl="2" indent="0">
              <a:buNone/>
            </a:pPr>
            <a:endParaRPr lang="es-ES_tradnl" sz="1900" dirty="0"/>
          </a:p>
          <a:p>
            <a:pPr lvl="3"/>
            <a:r>
              <a:rPr lang="es-ES_tradnl" sz="1900" dirty="0"/>
              <a:t>4-Jul-2012:</a:t>
            </a:r>
          </a:p>
          <a:p>
            <a:pPr lvl="4"/>
            <a:r>
              <a:rPr lang="es-ES_tradnl" sz="1900" dirty="0"/>
              <a:t>Bosón de Higgs</a:t>
            </a:r>
          </a:p>
          <a:p>
            <a:pPr marL="1371600" lvl="3" indent="0">
              <a:buNone/>
            </a:pPr>
            <a:endParaRPr lang="es-ES_tradnl" sz="1900" dirty="0">
              <a:ea typeface="Calibri"/>
              <a:cs typeface="Calibri"/>
            </a:endParaRPr>
          </a:p>
          <a:p>
            <a:pPr lvl="3"/>
            <a:r>
              <a:rPr lang="es-ES_tradnl" sz="1900" dirty="0"/>
              <a:t>8-Oct-2013:</a:t>
            </a:r>
          </a:p>
          <a:p>
            <a:pPr lvl="4"/>
            <a:r>
              <a:rPr lang="es-ES_tradnl" sz="1900" dirty="0"/>
              <a:t>Peter Higgs</a:t>
            </a:r>
          </a:p>
          <a:p>
            <a:pPr lvl="5"/>
            <a:r>
              <a:rPr lang="es-ES_tradnl" sz="1700" dirty="0"/>
              <a:t>Premio Nobel de Física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7EE9-04EF-5216-2D2C-FA0B9DA994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4</a:t>
            </a:fld>
            <a:endParaRPr lang="es-CO" altLang="en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B8F20-CBFA-3A4A-8FAF-33F774FF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607" y="828372"/>
            <a:ext cx="6744044" cy="5440087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439581E-6C50-D444-E6B1-B35552A666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El Profe</a:t>
            </a:r>
          </a:p>
        </p:txBody>
      </p:sp>
    </p:spTree>
    <p:extLst>
      <p:ext uri="{BB962C8B-B14F-4D97-AF65-F5344CB8AC3E}">
        <p14:creationId xmlns:p14="http://schemas.microsoft.com/office/powerpoint/2010/main" val="7183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7EE9-04EF-5216-2D2C-FA0B9DA994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5</a:t>
            </a:fld>
            <a:endParaRPr lang="es-CO" altLang="en-CO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439581E-6C50-D444-E6B1-B35552A666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Encuesta a Estudiantes - 2025-20</a:t>
            </a:r>
          </a:p>
          <a:p>
            <a:endParaRPr lang="es-ES_tradnl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3C1ED65-536C-581C-88AD-3200ABD96C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1290" y="1036289"/>
            <a:ext cx="8230878" cy="478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5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820E-890C-1B85-2539-B33DDB60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B8423-D441-7661-9C68-96C6702D1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389FE-320D-5D43-A537-4A817324FFB0}" type="slidenum">
              <a:rPr lang="es-CO" altLang="en-CO" smtClean="0"/>
              <a:pPr/>
              <a:t>6</a:t>
            </a:fld>
            <a:endParaRPr lang="es-CO" altLang="en-C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71BB48-BD4B-DDA9-D433-3626554B4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976" y="7647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0D54296C-7F48-C9A8-9568-4A10636BB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49" y="71414"/>
            <a:ext cx="10969302" cy="571504"/>
          </a:xfrm>
        </p:spPr>
        <p:txBody>
          <a:bodyPr lIns="91440" tIns="45720" rIns="91440" bIns="45720" anchor="t"/>
          <a:lstStyle/>
          <a:p>
            <a:r>
              <a:rPr lang="es-ES" dirty="0">
                <a:ea typeface="Calibri"/>
                <a:cs typeface="Arial"/>
              </a:rPr>
              <a:t>Comportamiento Histórico - Notas - Tareas por Nivel</a:t>
            </a:r>
            <a:endParaRPr lang="es-ES" dirty="0">
              <a:ea typeface="Calibri"/>
            </a:endParaRPr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42B7269-5927-1733-C8DF-C529D28EC4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" t="2068" r="1251"/>
          <a:stretch/>
        </p:blipFill>
        <p:spPr>
          <a:xfrm>
            <a:off x="11040" y="1545116"/>
            <a:ext cx="6002141" cy="4439511"/>
          </a:xfrm>
          <a:prstGeom prst="rect">
            <a:avLst/>
          </a:prstGeom>
        </p:spPr>
      </p:pic>
      <p:pic>
        <p:nvPicPr>
          <p:cNvPr id="11" name="Picture 10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81122457-7A8B-727B-099D-FB25CFEFC3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" t="-43"/>
          <a:stretch/>
        </p:blipFill>
        <p:spPr>
          <a:xfrm>
            <a:off x="6069178" y="1324612"/>
            <a:ext cx="6121014" cy="4654066"/>
          </a:xfrm>
          <a:prstGeom prst="rect">
            <a:avLst/>
          </a:prstGeom>
        </p:spPr>
      </p:pic>
      <p:sp>
        <p:nvSpPr>
          <p:cNvPr id="2" name="Título 3">
            <a:extLst>
              <a:ext uri="{FF2B5EF4-FFF2-40B4-BE49-F238E27FC236}">
                <a16:creationId xmlns:a16="http://schemas.microsoft.com/office/drawing/2014/main" id="{0714EC11-3BE5-8BA4-CEB2-DCAC4F4B37E2}"/>
              </a:ext>
            </a:extLst>
          </p:cNvPr>
          <p:cNvSpPr txBox="1">
            <a:spLocks/>
          </p:cNvSpPr>
          <p:nvPr/>
        </p:nvSpPr>
        <p:spPr>
          <a:xfrm>
            <a:off x="150606" y="808265"/>
            <a:ext cx="5884136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✅ IP aprobado</a:t>
            </a:r>
            <a:endParaRPr lang="es-ES" dirty="0">
              <a:ea typeface="Calibri"/>
            </a:endParaRP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35924BD6-0E68-1007-4F6B-0E1559DAF7E0}"/>
              </a:ext>
            </a:extLst>
          </p:cNvPr>
          <p:cNvSpPr txBox="1">
            <a:spLocks/>
          </p:cNvSpPr>
          <p:nvPr/>
        </p:nvSpPr>
        <p:spPr>
          <a:xfrm>
            <a:off x="6157260" y="808265"/>
            <a:ext cx="6000504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❌ IP reprobado</a:t>
            </a:r>
            <a:endParaRPr lang="es-ES" dirty="0">
              <a:ea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5C163C-C322-67C4-FED1-8C69100FF375}"/>
              </a:ext>
            </a:extLst>
          </p:cNvPr>
          <p:cNvCxnSpPr/>
          <p:nvPr/>
        </p:nvCxnSpPr>
        <p:spPr>
          <a:xfrm>
            <a:off x="6053136" y="764704"/>
            <a:ext cx="0" cy="6093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868955-BF43-A2AB-86CE-86540F5BF687}"/>
              </a:ext>
            </a:extLst>
          </p:cNvPr>
          <p:cNvSpPr/>
          <p:nvPr/>
        </p:nvSpPr>
        <p:spPr>
          <a:xfrm>
            <a:off x="5413248" y="1243584"/>
            <a:ext cx="535765" cy="32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829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ACB1-8819-0F3A-040B-2F599CE8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E4EA-CB19-3DC7-707A-8EB60D3BF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389FE-320D-5D43-A537-4A817324FFB0}" type="slidenum">
              <a:rPr lang="es-CO" altLang="en-CO" smtClean="0"/>
              <a:pPr/>
              <a:t>7</a:t>
            </a:fld>
            <a:endParaRPr lang="es-CO" altLang="en-C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A41ECB-22C8-97D3-4133-053139DC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976" y="7647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8778ED88-6E2E-2616-0ECB-6B9BF616B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49" y="71414"/>
            <a:ext cx="10969302" cy="571504"/>
          </a:xfrm>
        </p:spPr>
        <p:txBody>
          <a:bodyPr lIns="91440" tIns="45720" rIns="91440" bIns="45720" anchor="t"/>
          <a:lstStyle/>
          <a:p>
            <a:r>
              <a:rPr lang="es-ES" dirty="0">
                <a:ea typeface="Calibri"/>
                <a:cs typeface="Arial"/>
              </a:rPr>
              <a:t>Comportamiento Histórico - Notas - Proyecto por Nivel</a:t>
            </a:r>
            <a:endParaRPr lang="es-ES" dirty="0">
              <a:ea typeface="Calibri"/>
            </a:endParaRP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3D8341CF-6951-28C1-605A-2DAB96F791D5}"/>
              </a:ext>
            </a:extLst>
          </p:cNvPr>
          <p:cNvSpPr txBox="1">
            <a:spLocks/>
          </p:cNvSpPr>
          <p:nvPr/>
        </p:nvSpPr>
        <p:spPr>
          <a:xfrm>
            <a:off x="150606" y="808265"/>
            <a:ext cx="5884136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✅ IP aprobado</a:t>
            </a:r>
            <a:endParaRPr lang="es-ES" dirty="0">
              <a:ea typeface="Calibri"/>
            </a:endParaRPr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5D359667-F662-F41C-98C0-615439E119D5}"/>
              </a:ext>
            </a:extLst>
          </p:cNvPr>
          <p:cNvSpPr txBox="1">
            <a:spLocks/>
          </p:cNvSpPr>
          <p:nvPr/>
        </p:nvSpPr>
        <p:spPr>
          <a:xfrm>
            <a:off x="6157260" y="808265"/>
            <a:ext cx="6000504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❌ IP reprobado</a:t>
            </a:r>
            <a:endParaRPr lang="es-ES" dirty="0">
              <a:ea typeface="Calibri"/>
            </a:endParaRPr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5A7107C-78C1-070F-0B8E-5F8576A60E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" t="1984"/>
          <a:stretch/>
        </p:blipFill>
        <p:spPr>
          <a:xfrm>
            <a:off x="150606" y="1373877"/>
            <a:ext cx="5884136" cy="4675857"/>
          </a:xfrm>
          <a:prstGeom prst="rect">
            <a:avLst/>
          </a:prstGeom>
        </p:spPr>
      </p:pic>
      <p:pic>
        <p:nvPicPr>
          <p:cNvPr id="10" name="Picture 9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7014C96C-FEAF-EFC9-CEBC-EB0ACFC0A5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" t="1984"/>
          <a:stretch/>
        </p:blipFill>
        <p:spPr>
          <a:xfrm>
            <a:off x="6157260" y="1409040"/>
            <a:ext cx="6013324" cy="462640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74DA2F-64B3-8BB8-FE53-987E4EA965C0}"/>
              </a:ext>
            </a:extLst>
          </p:cNvPr>
          <p:cNvCxnSpPr/>
          <p:nvPr/>
        </p:nvCxnSpPr>
        <p:spPr>
          <a:xfrm>
            <a:off x="6053136" y="764704"/>
            <a:ext cx="0" cy="6093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40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8F5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179</Words>
  <Application>Microsoft Macintosh PowerPoint</Application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 Font Regular</vt:lpstr>
      <vt:lpstr>Office Theme</vt:lpstr>
      <vt:lpstr>Introducción a la Programación Honores -  IP Honores</vt:lpstr>
      <vt:lpstr>PowerPoint Presentation</vt:lpstr>
      <vt:lpstr>PowerPoint Presentation</vt:lpstr>
      <vt:lpstr>PowerPoint Presentation</vt:lpstr>
      <vt:lpstr>PowerPoint Presentation</vt:lpstr>
      <vt:lpstr>Comportamiento Histórico - Notas - Tareas por Nivel</vt:lpstr>
      <vt:lpstr>Comportamiento Histórico - Notas - Proyecto por Nivel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Edgar Eduardo Rosales Rosero</dc:creator>
  <cp:lastModifiedBy>Edgar Eduardo Rosales Rosero</cp:lastModifiedBy>
  <cp:revision>35</cp:revision>
  <dcterms:created xsi:type="dcterms:W3CDTF">2024-08-10T00:39:25Z</dcterms:created>
  <dcterms:modified xsi:type="dcterms:W3CDTF">2026-01-19T23:59:11Z</dcterms:modified>
</cp:coreProperties>
</file>